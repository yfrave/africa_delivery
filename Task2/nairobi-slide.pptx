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9f805d780c4b0b" /><Relationship Type="http://schemas.openxmlformats.org/officeDocument/2006/relationships/extended-properties" Target="/docProps/app.xml" Id="R2793385f0f6644a9" /><Relationship Type="http://schemas.openxmlformats.org/officeDocument/2006/relationships/officeDocument" Target="/ppt/presentation.xml" Id="R580668cb90674c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15b34a66a240cb"/>
  </p:sldMasterIdLst>
  <p:notesMasterIdLst>
    <p:notesMasterId xmlns:r="http://schemas.openxmlformats.org/officeDocument/2006/relationships" r:id="R233643e418894fb2"/>
  </p:notesMasterIdLst>
  <p:sldIdLst>
    <p:sldId xmlns:r="http://schemas.openxmlformats.org/officeDocument/2006/relationships" id="256" r:id="R2bc1b469692643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5bc17b0dba4d2d" /><Relationship Type="http://schemas.openxmlformats.org/officeDocument/2006/relationships/slideMaster" Target="/ppt/slideMasters/slideMaster1.xml" Id="R4d15b34a66a240cb" /><Relationship Type="http://schemas.openxmlformats.org/officeDocument/2006/relationships/notesMaster" Target="/ppt/notesMasters/notesMaster1.xml" Id="R233643e418894fb2" /><Relationship Type="http://schemas.openxmlformats.org/officeDocument/2006/relationships/presProps" Target="/ppt/presProps.xml" Id="Ra1420c63bbe4416f" /><Relationship Type="http://schemas.openxmlformats.org/officeDocument/2006/relationships/tableStyles" Target="/ppt/tableStyles.xml" Id="Rc1b8109f0ab14669" /><Relationship Type="http://schemas.openxmlformats.org/officeDocument/2006/relationships/slide" Target="/ppt/slides/slide1.xml" Id="R2bc1b469692643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408496042946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Africa Delivery">
  <a:themeElements>
    <a:clrScheme name="Africa Deliver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frica Delive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447f9c4b1345c9" /><Relationship Type="http://schemas.openxmlformats.org/officeDocument/2006/relationships/notesMaster" Target="/ppt/notesMasters/notesMaster1.xml" Id="Rd6d53628ffe946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расчётов: модель TCO. Решение и границы MVP: ADR №1 и архитектурное видение. Цифры приведены без округления в рабочей книге; на слайде округлены до десятых тысяч долларов в месяц.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8c49bf31f47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be5cb298204b94" /><Relationship Type="http://schemas.openxmlformats.org/officeDocument/2006/relationships/slideLayout" Target="/ppt/slideLayouts/slideLayout1.xml" Id="R5a1ea050693145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1ea050693145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Africa Delivery">
  <a:themeElements>
    <a:clrScheme name="Africa Deliver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frica Delive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5c525f3204c80" /><Relationship Type="http://schemas.openxmlformats.org/officeDocument/2006/relationships/chart" Target="/ppt/slides/charts/chart1.xml" Id="Ra6e123e5401f4a66" /><Relationship Type="http://schemas.openxmlformats.org/officeDocument/2006/relationships/notesSlide" Target="/ppt/notesSlides/notesSlide1.xml" Id="Rff77f43847f645e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Облако</c:v>
          </c:tx>
          <c:spPr>
            <a:solidFill xmlns:a="http://schemas.openxmlformats.org/drawingml/2006/main">
              <a:srgbClr val="2E75B6"/>
            </a:solidFill>
          </c:spPr>
          <c:cat>
            <c:strRef>
              <c:f>'Chart Data'!$A$2:$A$4</c:f>
              <c:strCache>
                <c:ptCount val="3"/>
                <c:pt idx="0">
                  <c:v>Модульный монолит</c:v>
                </c:pt>
                <c:pt idx="1">
                  <c:v>Крупные сервисы</c:v>
                </c:pt>
                <c:pt idx="2">
                  <c:v>Микросервисы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4.1</c:v>
                </c:pt>
                <c:pt idx="1">
                  <c:v>5.7</c:v>
                </c:pt>
                <c:pt idx="2">
                  <c:v>10.1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5E42C-E1C6-4B90-B586-FD6EA5B4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34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45B"/>
                </a:solidFill>
                <a:latin typeface="Arial"/>
                <a:ea typeface="Arial"/>
                <a:cs typeface="Arial"/>
              </a:rPr>
              <a:t>MVP 15 октября -&gt; модульный монолит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05710-2179-48F0-BF40-0A8C283F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Единственный вариант, который укладывается в лимит CFO и позволяет запустить критический путь: каталог -&gt; заказ -&gt; оплата -&gt; уведомление.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B2BD0-7851-4543-9DD3-05C40A77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34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45B"/>
                </a:solidFill>
                <a:latin typeface="Arial"/>
                <a:ea typeface="Arial"/>
                <a:cs typeface="Arial"/>
              </a:rPr>
              <a:t>Облако в первый год, тыс. $/мес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e123e5401f4a6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6E3D4-F214-4E0F-9AF2-B733BEC1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A55B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5B00"/>
                </a:solidFill>
                <a:latin typeface="Arial"/>
                <a:ea typeface="Arial"/>
                <a:cs typeface="Arial"/>
              </a:rPr>
              <a:t>Лимит CFO: $5 тыс./мес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C5493-DFDF-4987-AEBC-428829A4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859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34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45B"/>
                </a:solidFill>
                <a:latin typeface="Arial"/>
                <a:ea typeface="Arial"/>
                <a:cs typeface="Arial"/>
              </a:rPr>
              <a:t>Что входит в решение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56DD2-F418-41EE-BC46-DB9DCB60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95500"/>
            <a:ext cx="5048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Сейчас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Flutter + PWA для покупателей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WhatsApp Business API для продавцов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AWS af-south-1, PostgreSQL, объектное хранилище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M-Pesa и Flutterwave через единый слой оплаты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889F1-4B51-487A-82B7-72958F05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После подтверждения спроса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отделить оплату и каталог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добавить регион восстановления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пересмотреть архитектуру при 3 млн активных пользователей или независимых выпусках команд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03FA8-76EB-4488-9AA6-9E6521C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 сохраняет срок и бюджет, но не закрывает все риски: доступность оплаты и требования к данным контролируются отдельными SLO, FMEA и ADR.</a:t>
            </a:r>
          </a:p>
        </p:txBody>
      </p:sp>
    </p:spTree>
    <p:extLst>
      <p:ext uri="{BB962C8B-B14F-4D97-AF65-F5344CB8AC3E}">
        <p14:creationId xmlns:p14="http://schemas.microsoft.com/office/powerpoint/2010/main" val="865212499"/>
      </p:ext>
    </p:extLst>
  </p:cSld>
</p:sld>
</file>

<file path=ppt/theme/theme1.xml><?xml version="1.0" encoding="utf-8"?>
<a:theme xmlns:a="http://schemas.openxmlformats.org/drawingml/2006/main" name="Africa Delivery">
  <a:themeElements>
    <a:clrScheme name="Africa Deliver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frica Delive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PowerPoint</ap:Application>
  <ap:PresentationFormat>Presentation</ap:PresentationFormat>
  <ap:Slides>1</ap:Slides>
  <ap:Notes>1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Africa Delivery</dc:creator>
  <lastModifiedBy>Africa Delivery</lastModifiedBy>
  <dc:title>Africa Delivery - решение для MVP</dc:title>
  <dcterms:created xsi:type="dcterms:W3CDTF">2026-10-03T10:37:27.8210000Z</dcterms:created>
  <dcterms:modified xsi:type="dcterms:W3CDTF">2026-10-05T05:00:00.0000000Z</dcterms:modified>
</coreProperties>
</file>